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cb458283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cb458283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cb458283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cb45828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cb458283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cb458283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cb458283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cb458283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cb458283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cb458283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cb458283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cb458283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cb458283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cb458283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1618175"/>
            <a:ext cx="8520600" cy="3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</a:rPr>
              <a:t>I</a:t>
            </a:r>
            <a:r>
              <a:rPr b="1" lang="en-GB" sz="1300">
                <a:solidFill>
                  <a:schemeClr val="lt1"/>
                </a:solidFill>
              </a:rPr>
              <a:t>nteractive Quiz Master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Computer Based Test (CBT) Interface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Subject:</a:t>
            </a:r>
            <a:r>
              <a:rPr lang="en-GB" sz="1300">
                <a:solidFill>
                  <a:schemeClr val="lt1"/>
                </a:solidFill>
              </a:rPr>
              <a:t> </a:t>
            </a:r>
            <a:r>
              <a:rPr b="1" lang="en-GB" sz="1300">
                <a:solidFill>
                  <a:schemeClr val="lt1"/>
                </a:solidFill>
              </a:rPr>
              <a:t>JavaScript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GROUP 1</a:t>
            </a:r>
            <a:endParaRPr b="1"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SAHIL GHONE – 150096725002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RAAD DALWAI – 150096725207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ARAYAN KUCHEKAR – 150096725048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NANDINI SOLANKI – 150096725189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17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259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50" y="346750"/>
            <a:ext cx="3819525" cy="10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17725"/>
            <a:ext cx="8692200" cy="3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</a:rPr>
              <a:t>INTRODUCTION</a:t>
            </a:r>
            <a:endParaRPr b="1" sz="23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Interactive Quiz Master is a </a:t>
            </a:r>
            <a:r>
              <a:rPr b="1" lang="en-GB" sz="1700">
                <a:solidFill>
                  <a:schemeClr val="dk1"/>
                </a:solidFill>
              </a:rPr>
              <a:t>web-based CBT system</a:t>
            </a:r>
            <a:r>
              <a:rPr lang="en-GB" sz="1700">
                <a:solidFill>
                  <a:schemeClr val="dk1"/>
                </a:solidFill>
              </a:rPr>
              <a:t>.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 allows </a:t>
            </a:r>
            <a:r>
              <a:rPr b="1" lang="en-GB" sz="1700">
                <a:solidFill>
                  <a:schemeClr val="dk1"/>
                </a:solidFill>
              </a:rPr>
              <a:t>quiz creation, online assessment, and evaluation</a:t>
            </a:r>
            <a:r>
              <a:rPr lang="en-GB" sz="1700">
                <a:solidFill>
                  <a:schemeClr val="dk1"/>
                </a:solidFill>
              </a:rPr>
              <a:t>.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Designed to replace </a:t>
            </a:r>
            <a:r>
              <a:rPr b="1" lang="en-GB" sz="1700">
                <a:solidFill>
                  <a:schemeClr val="dk1"/>
                </a:solidFill>
              </a:rPr>
              <a:t>traditional paper-based exams</a:t>
            </a:r>
            <a:r>
              <a:rPr lang="en-GB" sz="1700">
                <a:solidFill>
                  <a:schemeClr val="dk1"/>
                </a:solidFill>
              </a:rPr>
              <a:t>.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Provides </a:t>
            </a:r>
            <a:r>
              <a:rPr b="1" lang="en-GB" sz="1700">
                <a:solidFill>
                  <a:schemeClr val="dk1"/>
                </a:solidFill>
              </a:rPr>
              <a:t>instant results and feedback</a:t>
            </a:r>
            <a:r>
              <a:rPr lang="en-GB" sz="1700">
                <a:solidFill>
                  <a:schemeClr val="dk1"/>
                </a:solidFill>
              </a:rPr>
              <a:t>.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Developed using </a:t>
            </a:r>
            <a:r>
              <a:rPr b="1" lang="en-GB" sz="1700">
                <a:solidFill>
                  <a:schemeClr val="dk1"/>
                </a:solidFill>
              </a:rPr>
              <a:t>HTML, CSS, and JavaScript</a:t>
            </a:r>
            <a:r>
              <a:rPr lang="en-GB" sz="1700">
                <a:solidFill>
                  <a:schemeClr val="dk1"/>
                </a:solidFill>
              </a:rPr>
              <a:t>.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6975">
                <a:solidFill>
                  <a:schemeClr val="dk1"/>
                </a:solidFill>
              </a:rPr>
              <a:t>PROBLEM STATEMENT</a:t>
            </a:r>
            <a:endParaRPr b="1" sz="6975">
              <a:solidFill>
                <a:schemeClr val="dk1"/>
              </a:solidFill>
            </a:endParaRPr>
          </a:p>
          <a:p>
            <a:pPr indent="-32981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6375">
                <a:solidFill>
                  <a:schemeClr val="dk1"/>
                </a:solidFill>
              </a:rPr>
              <a:t>Manual exams are:</a:t>
            </a:r>
            <a:br>
              <a:rPr lang="en-GB" sz="6375">
                <a:solidFill>
                  <a:schemeClr val="dk1"/>
                </a:solidFill>
              </a:rPr>
            </a:br>
            <a:endParaRPr sz="6375">
              <a:solidFill>
                <a:schemeClr val="dk1"/>
              </a:solidFill>
            </a:endParaRPr>
          </a:p>
          <a:p>
            <a:pPr indent="-32981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6375">
                <a:solidFill>
                  <a:schemeClr val="dk1"/>
                </a:solidFill>
              </a:rPr>
              <a:t>Time-consuming</a:t>
            </a:r>
            <a:br>
              <a:rPr lang="en-GB" sz="6375">
                <a:solidFill>
                  <a:schemeClr val="dk1"/>
                </a:solidFill>
              </a:rPr>
            </a:br>
            <a:endParaRPr sz="6375">
              <a:solidFill>
                <a:schemeClr val="dk1"/>
              </a:solidFill>
            </a:endParaRPr>
          </a:p>
          <a:p>
            <a:pPr indent="-32981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6375">
                <a:solidFill>
                  <a:schemeClr val="dk1"/>
                </a:solidFill>
              </a:rPr>
              <a:t>Error-prone</a:t>
            </a:r>
            <a:br>
              <a:rPr lang="en-GB" sz="6375">
                <a:solidFill>
                  <a:schemeClr val="dk1"/>
                </a:solidFill>
              </a:rPr>
            </a:br>
            <a:endParaRPr sz="6375">
              <a:solidFill>
                <a:schemeClr val="dk1"/>
              </a:solidFill>
            </a:endParaRPr>
          </a:p>
          <a:p>
            <a:pPr indent="-32981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6375">
                <a:solidFill>
                  <a:schemeClr val="dk1"/>
                </a:solidFill>
              </a:rPr>
              <a:t>Result processing takes time.</a:t>
            </a:r>
            <a:br>
              <a:rPr lang="en-GB" sz="6375">
                <a:solidFill>
                  <a:schemeClr val="dk1"/>
                </a:solidFill>
              </a:rPr>
            </a:br>
            <a:endParaRPr sz="6375">
              <a:solidFill>
                <a:schemeClr val="dk1"/>
              </a:solidFill>
            </a:endParaRPr>
          </a:p>
          <a:p>
            <a:pPr indent="-32981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6375">
                <a:solidFill>
                  <a:schemeClr val="dk1"/>
                </a:solidFill>
              </a:rPr>
              <a:t>Existing systems need backend &amp; database.</a:t>
            </a:r>
            <a:br>
              <a:rPr lang="en-GB" sz="6375">
                <a:solidFill>
                  <a:schemeClr val="dk1"/>
                </a:solidFill>
              </a:rPr>
            </a:br>
            <a:endParaRPr sz="6375">
              <a:solidFill>
                <a:schemeClr val="dk1"/>
              </a:solidFill>
            </a:endParaRPr>
          </a:p>
          <a:p>
            <a:pPr indent="-32981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6375">
                <a:solidFill>
                  <a:schemeClr val="dk1"/>
                </a:solidFill>
              </a:rPr>
              <a:t>Need:</a:t>
            </a:r>
            <a:r>
              <a:rPr lang="en-GB" sz="6375">
                <a:solidFill>
                  <a:schemeClr val="dk1"/>
                </a:solidFill>
              </a:rPr>
              <a:t> A simple, browser-based quiz system without backend dependency.</a:t>
            </a:r>
            <a:br>
              <a:rPr lang="en-GB" sz="6375">
                <a:solidFill>
                  <a:schemeClr val="dk1"/>
                </a:solidFill>
              </a:rPr>
            </a:br>
            <a:endParaRPr sz="637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56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dk1"/>
                </a:solidFill>
              </a:rPr>
              <a:t>OBJECTIVES</a:t>
            </a:r>
            <a:endParaRPr b="1" sz="20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Create a </a:t>
            </a:r>
            <a:r>
              <a:rPr b="1" lang="en-GB" sz="1400">
                <a:solidFill>
                  <a:schemeClr val="dk1"/>
                </a:solidFill>
              </a:rPr>
              <a:t>user-friendly quiz application</a:t>
            </a:r>
            <a:r>
              <a:rPr lang="en-GB" sz="1400">
                <a:solidFill>
                  <a:schemeClr val="dk1"/>
                </a:solidFill>
              </a:rPr>
              <a:t>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Enable </a:t>
            </a:r>
            <a:r>
              <a:rPr b="1" lang="en-GB" sz="1400">
                <a:solidFill>
                  <a:schemeClr val="dk1"/>
                </a:solidFill>
              </a:rPr>
              <a:t>easy quiz creation and management</a:t>
            </a:r>
            <a:r>
              <a:rPr lang="en-GB" sz="1400">
                <a:solidFill>
                  <a:schemeClr val="dk1"/>
                </a:solidFill>
              </a:rPr>
              <a:t>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Conduct </a:t>
            </a:r>
            <a:r>
              <a:rPr b="1" lang="en-GB" sz="1400">
                <a:solidFill>
                  <a:schemeClr val="dk1"/>
                </a:solidFill>
              </a:rPr>
              <a:t>time-based online tests</a:t>
            </a:r>
            <a:r>
              <a:rPr lang="en-GB" sz="1400">
                <a:solidFill>
                  <a:schemeClr val="dk1"/>
                </a:solidFill>
              </a:rPr>
              <a:t>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Provide </a:t>
            </a:r>
            <a:r>
              <a:rPr b="1" lang="en-GB" sz="1400">
                <a:solidFill>
                  <a:schemeClr val="dk1"/>
                </a:solidFill>
              </a:rPr>
              <a:t>automatic result calculation</a:t>
            </a:r>
            <a:r>
              <a:rPr lang="en-GB" sz="1400">
                <a:solidFill>
                  <a:schemeClr val="dk1"/>
                </a:solidFill>
              </a:rPr>
              <a:t>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Store data using </a:t>
            </a:r>
            <a:r>
              <a:rPr b="1" lang="en-GB" sz="1400">
                <a:solidFill>
                  <a:schemeClr val="dk1"/>
                </a:solidFill>
              </a:rPr>
              <a:t>local storage</a:t>
            </a:r>
            <a:r>
              <a:rPr lang="en-GB" sz="1400">
                <a:solidFill>
                  <a:schemeClr val="dk1"/>
                </a:solidFill>
              </a:rPr>
              <a:t>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</p:txBody>
      </p:sp>
      <p:pic>
        <p:nvPicPr>
          <p:cNvPr id="76" name="Google Shape;76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en-GB" sz="1717">
                <a:solidFill>
                  <a:schemeClr val="dk1"/>
                </a:solidFill>
              </a:rPr>
              <a:t>SYSTEM DESIGN</a:t>
            </a:r>
            <a:endParaRPr b="1" sz="17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en-GB" sz="1252">
                <a:solidFill>
                  <a:schemeClr val="dk1"/>
                </a:solidFill>
              </a:rPr>
              <a:t>Main Modules:</a:t>
            </a:r>
            <a:endParaRPr b="1" sz="1252">
              <a:solidFill>
                <a:schemeClr val="dk1"/>
              </a:solidFill>
            </a:endParaRPr>
          </a:p>
          <a:p>
            <a:pPr indent="-30813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-GB" sz="1252">
                <a:solidFill>
                  <a:schemeClr val="dk1"/>
                </a:solidFill>
              </a:rPr>
              <a:t>Quiz Creator</a:t>
            </a:r>
            <a:br>
              <a:rPr lang="en-GB" sz="1252">
                <a:solidFill>
                  <a:schemeClr val="dk1"/>
                </a:solidFill>
              </a:rPr>
            </a:br>
            <a:endParaRPr sz="1252">
              <a:solidFill>
                <a:schemeClr val="dk1"/>
              </a:solidFill>
            </a:endParaRPr>
          </a:p>
          <a:p>
            <a:pPr indent="-3081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-GB" sz="1252">
                <a:solidFill>
                  <a:schemeClr val="dk1"/>
                </a:solidFill>
              </a:rPr>
              <a:t>Dashboard</a:t>
            </a:r>
            <a:br>
              <a:rPr lang="en-GB" sz="1252">
                <a:solidFill>
                  <a:schemeClr val="dk1"/>
                </a:solidFill>
              </a:rPr>
            </a:br>
            <a:endParaRPr sz="1252">
              <a:solidFill>
                <a:schemeClr val="dk1"/>
              </a:solidFill>
            </a:endParaRPr>
          </a:p>
          <a:p>
            <a:pPr indent="-3081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-GB" sz="1252">
                <a:solidFill>
                  <a:schemeClr val="dk1"/>
                </a:solidFill>
              </a:rPr>
              <a:t>Quiz Setup &amp; Timer</a:t>
            </a:r>
            <a:br>
              <a:rPr lang="en-GB" sz="1252">
                <a:solidFill>
                  <a:schemeClr val="dk1"/>
                </a:solidFill>
              </a:rPr>
            </a:br>
            <a:endParaRPr sz="1252">
              <a:solidFill>
                <a:schemeClr val="dk1"/>
              </a:solidFill>
            </a:endParaRPr>
          </a:p>
          <a:p>
            <a:pPr indent="-3081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-GB" sz="1252">
                <a:solidFill>
                  <a:schemeClr val="dk1"/>
                </a:solidFill>
              </a:rPr>
              <a:t>Quiz Attempt</a:t>
            </a:r>
            <a:br>
              <a:rPr lang="en-GB" sz="1252">
                <a:solidFill>
                  <a:schemeClr val="dk1"/>
                </a:solidFill>
              </a:rPr>
            </a:br>
            <a:endParaRPr sz="1252">
              <a:solidFill>
                <a:schemeClr val="dk1"/>
              </a:solidFill>
            </a:endParaRPr>
          </a:p>
          <a:p>
            <a:pPr indent="-3081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-GB" sz="1252">
                <a:solidFill>
                  <a:schemeClr val="dk1"/>
                </a:solidFill>
              </a:rPr>
              <a:t>Result &amp; Review</a:t>
            </a:r>
            <a:br>
              <a:rPr lang="en-GB" sz="1252">
                <a:solidFill>
                  <a:schemeClr val="dk1"/>
                </a:solidFill>
              </a:rPr>
            </a:br>
            <a:endParaRPr sz="125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en-GB" sz="1252">
                <a:solidFill>
                  <a:schemeClr val="dk1"/>
                </a:solidFill>
              </a:rPr>
              <a:t>Design Approach:</a:t>
            </a:r>
            <a:endParaRPr b="1" sz="1252">
              <a:solidFill>
                <a:schemeClr val="dk1"/>
              </a:solidFill>
            </a:endParaRPr>
          </a:p>
          <a:p>
            <a:pPr indent="-30813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-GB" sz="1252">
                <a:solidFill>
                  <a:schemeClr val="dk1"/>
                </a:solidFill>
              </a:rPr>
              <a:t>Single Page Application (SPA)</a:t>
            </a:r>
            <a:br>
              <a:rPr lang="en-GB" sz="1252">
                <a:solidFill>
                  <a:schemeClr val="dk1"/>
                </a:solidFill>
              </a:rPr>
            </a:br>
            <a:endParaRPr sz="1252">
              <a:solidFill>
                <a:schemeClr val="dk1"/>
              </a:solidFill>
            </a:endParaRPr>
          </a:p>
          <a:p>
            <a:pPr indent="-3081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-GB" sz="1252">
                <a:solidFill>
                  <a:schemeClr val="dk1"/>
                </a:solidFill>
              </a:rPr>
              <a:t>Client-side execution</a:t>
            </a:r>
            <a:br>
              <a:rPr lang="en-GB" sz="1252">
                <a:solidFill>
                  <a:schemeClr val="dk1"/>
                </a:solidFill>
              </a:rPr>
            </a:br>
            <a:endParaRPr sz="125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95"/>
          </a:p>
        </p:txBody>
      </p:sp>
      <p:pic>
        <p:nvPicPr>
          <p:cNvPr id="83" name="Google Shape;83;p17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 title="Screenshot 2026-02-02 at 4.32.4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9225" y="633150"/>
            <a:ext cx="5144776" cy="284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-GB" sz="1972">
                <a:solidFill>
                  <a:schemeClr val="dk1"/>
                </a:solidFill>
              </a:rPr>
              <a:t>QUIZ CREATION &amp; DASHBOARD</a:t>
            </a:r>
            <a:endParaRPr b="1" sz="1972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-GB" sz="1417">
                <a:solidFill>
                  <a:schemeClr val="dk1"/>
                </a:solidFill>
              </a:rPr>
              <a:t>Create quiz with:</a:t>
            </a:r>
            <a:br>
              <a:rPr lang="en-GB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-3186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○"/>
            </a:pPr>
            <a:r>
              <a:rPr lang="en-GB" sz="1417">
                <a:solidFill>
                  <a:schemeClr val="dk1"/>
                </a:solidFill>
              </a:rPr>
              <a:t>Quiz title</a:t>
            </a:r>
            <a:br>
              <a:rPr lang="en-GB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-3186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○"/>
            </a:pPr>
            <a:r>
              <a:rPr lang="en-GB" sz="1417">
                <a:solidFill>
                  <a:schemeClr val="dk1"/>
                </a:solidFill>
              </a:rPr>
              <a:t>Questions</a:t>
            </a:r>
            <a:br>
              <a:rPr lang="en-GB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-3186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○"/>
            </a:pPr>
            <a:r>
              <a:rPr lang="en-GB" sz="1417">
                <a:solidFill>
                  <a:schemeClr val="dk1"/>
                </a:solidFill>
              </a:rPr>
              <a:t>Multiple-choice options</a:t>
            </a:r>
            <a:br>
              <a:rPr lang="en-GB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-GB" sz="1417">
                <a:solidFill>
                  <a:schemeClr val="dk1"/>
                </a:solidFill>
              </a:rPr>
              <a:t>Select correct answer for each question.</a:t>
            </a:r>
            <a:br>
              <a:rPr lang="en-GB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-GB" sz="1417">
                <a:solidFill>
                  <a:schemeClr val="dk1"/>
                </a:solidFill>
              </a:rPr>
              <a:t>Dashboard displays:</a:t>
            </a:r>
            <a:br>
              <a:rPr lang="en-GB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-3186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○"/>
            </a:pPr>
            <a:r>
              <a:rPr lang="en-GB" sz="1417">
                <a:solidFill>
                  <a:schemeClr val="dk1"/>
                </a:solidFill>
              </a:rPr>
              <a:t>All saved quizzes</a:t>
            </a:r>
            <a:br>
              <a:rPr lang="en-GB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-3186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○"/>
            </a:pPr>
            <a:r>
              <a:rPr lang="en-GB" sz="1417">
                <a:solidFill>
                  <a:schemeClr val="dk1"/>
                </a:solidFill>
              </a:rPr>
              <a:t>Start quiz option</a:t>
            </a:r>
            <a:br>
              <a:rPr lang="en-GB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2065"/>
          </a:p>
        </p:txBody>
      </p:sp>
      <p:pic>
        <p:nvPicPr>
          <p:cNvPr id="91" name="Google Shape;91;p18" title="Screenshot 2026-02-02 at 8.29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000" y="566375"/>
            <a:ext cx="4091675" cy="307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00">
                <a:solidFill>
                  <a:schemeClr val="dk1"/>
                </a:solidFill>
              </a:rPr>
              <a:t>QUIZ EXECUTION</a:t>
            </a:r>
            <a:endParaRPr b="1" sz="22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User sets </a:t>
            </a:r>
            <a:r>
              <a:rPr b="1" lang="en-GB" sz="1600">
                <a:solidFill>
                  <a:schemeClr val="dk1"/>
                </a:solidFill>
              </a:rPr>
              <a:t>time limit</a:t>
            </a:r>
            <a:r>
              <a:rPr lang="en-GB" sz="1600">
                <a:solidFill>
                  <a:schemeClr val="dk1"/>
                </a:solidFill>
              </a:rPr>
              <a:t> before starting.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Timer runs during the quiz.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One question shown at a time.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User must select an answer to continue.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Quiz auto-submits when time ends.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 title="Screenshot 2026-02-02 at 8.29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950" y="675275"/>
            <a:ext cx="3644098" cy="2815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-GB" sz="1872">
                <a:solidFill>
                  <a:schemeClr val="dk1"/>
                </a:solidFill>
              </a:rPr>
              <a:t>RESULT &amp; REVIEW</a:t>
            </a:r>
            <a:endParaRPr b="1" sz="1872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en-GB" sz="1317">
                <a:solidFill>
                  <a:schemeClr val="dk1"/>
                </a:solidFill>
              </a:rPr>
              <a:t>Automatic score calculation.</a:t>
            </a:r>
            <a:br>
              <a:rPr lang="en-GB" sz="1317">
                <a:solidFill>
                  <a:schemeClr val="dk1"/>
                </a:solidFill>
              </a:rPr>
            </a:br>
            <a:endParaRPr sz="1317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en-GB" sz="1317">
                <a:solidFill>
                  <a:schemeClr val="dk1"/>
                </a:solidFill>
              </a:rPr>
              <a:t>Displays:</a:t>
            </a:r>
            <a:br>
              <a:rPr lang="en-GB" sz="1317">
                <a:solidFill>
                  <a:schemeClr val="dk1"/>
                </a:solidFill>
              </a:rPr>
            </a:br>
            <a:endParaRPr sz="1317">
              <a:solidFill>
                <a:schemeClr val="dk1"/>
              </a:solidFill>
            </a:endParaRPr>
          </a:p>
          <a:p>
            <a:pPr indent="-31226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○"/>
            </a:pPr>
            <a:r>
              <a:rPr lang="en-GB" sz="1317">
                <a:solidFill>
                  <a:schemeClr val="dk1"/>
                </a:solidFill>
              </a:rPr>
              <a:t>Total marks</a:t>
            </a:r>
            <a:br>
              <a:rPr lang="en-GB" sz="1317">
                <a:solidFill>
                  <a:schemeClr val="dk1"/>
                </a:solidFill>
              </a:rPr>
            </a:br>
            <a:endParaRPr sz="1317">
              <a:solidFill>
                <a:schemeClr val="dk1"/>
              </a:solidFill>
            </a:endParaRPr>
          </a:p>
          <a:p>
            <a:pPr indent="-31226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○"/>
            </a:pPr>
            <a:r>
              <a:rPr lang="en-GB" sz="1317">
                <a:solidFill>
                  <a:schemeClr val="dk1"/>
                </a:solidFill>
              </a:rPr>
              <a:t>Percentage</a:t>
            </a:r>
            <a:br>
              <a:rPr lang="en-GB" sz="1317">
                <a:solidFill>
                  <a:schemeClr val="dk1"/>
                </a:solidFill>
              </a:rPr>
            </a:br>
            <a:endParaRPr sz="1317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en-GB" sz="1317">
                <a:solidFill>
                  <a:schemeClr val="dk1"/>
                </a:solidFill>
              </a:rPr>
              <a:t>Shows:</a:t>
            </a:r>
            <a:br>
              <a:rPr lang="en-GB" sz="1317">
                <a:solidFill>
                  <a:schemeClr val="dk1"/>
                </a:solidFill>
              </a:rPr>
            </a:br>
            <a:endParaRPr sz="1317">
              <a:solidFill>
                <a:schemeClr val="dk1"/>
              </a:solidFill>
            </a:endParaRPr>
          </a:p>
          <a:p>
            <a:pPr indent="-31226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○"/>
            </a:pPr>
            <a:r>
              <a:rPr lang="en-GB" sz="1317">
                <a:solidFill>
                  <a:schemeClr val="dk1"/>
                </a:solidFill>
              </a:rPr>
              <a:t>Correct answers</a:t>
            </a:r>
            <a:br>
              <a:rPr lang="en-GB" sz="1317">
                <a:solidFill>
                  <a:schemeClr val="dk1"/>
                </a:solidFill>
              </a:rPr>
            </a:br>
            <a:endParaRPr sz="1317">
              <a:solidFill>
                <a:schemeClr val="dk1"/>
              </a:solidFill>
            </a:endParaRPr>
          </a:p>
          <a:p>
            <a:pPr indent="-31226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○"/>
            </a:pPr>
            <a:r>
              <a:rPr lang="en-GB" sz="1317">
                <a:solidFill>
                  <a:schemeClr val="dk1"/>
                </a:solidFill>
              </a:rPr>
              <a:t>User’s answers</a:t>
            </a:r>
            <a:br>
              <a:rPr lang="en-GB" sz="1317">
                <a:solidFill>
                  <a:schemeClr val="dk1"/>
                </a:solidFill>
              </a:rPr>
            </a:br>
            <a:endParaRPr sz="1317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en-GB" sz="1317">
                <a:solidFill>
                  <a:schemeClr val="dk1"/>
                </a:solidFill>
              </a:rPr>
              <a:t>Stores previous attempts.</a:t>
            </a:r>
            <a:br>
              <a:rPr lang="en-GB" sz="1317">
                <a:solidFill>
                  <a:schemeClr val="dk1"/>
                </a:solidFill>
              </a:rPr>
            </a:br>
            <a:endParaRPr sz="13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  <p:pic>
        <p:nvPicPr>
          <p:cNvPr id="107" name="Google Shape;107;p20" title="Screenshot 2026-02-02 at 8.30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92975"/>
            <a:ext cx="4149002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</a:rPr>
              <a:t>TECHNOLOGIES USED</a:t>
            </a:r>
            <a:endParaRPr b="1" sz="23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HTML5</a:t>
            </a:r>
            <a:r>
              <a:rPr lang="en-GB" sz="1700">
                <a:solidFill>
                  <a:schemeClr val="dk1"/>
                </a:solidFill>
              </a:rPr>
              <a:t> – Page structure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CSS3</a:t>
            </a:r>
            <a:r>
              <a:rPr lang="en-GB" sz="1700">
                <a:solidFill>
                  <a:schemeClr val="dk1"/>
                </a:solidFill>
              </a:rPr>
              <a:t> – Styling and responsiveness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JavaScript</a:t>
            </a:r>
            <a:r>
              <a:rPr lang="en-GB" sz="1700">
                <a:solidFill>
                  <a:schemeClr val="dk1"/>
                </a:solidFill>
              </a:rPr>
              <a:t> – Logic, timer, validation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Local Storage</a:t>
            </a:r>
            <a:r>
              <a:rPr lang="en-GB" sz="1700">
                <a:solidFill>
                  <a:schemeClr val="dk1"/>
                </a:solidFill>
              </a:rPr>
              <a:t> – Data persistence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00">
                <a:solidFill>
                  <a:schemeClr val="dk1"/>
                </a:solidFill>
              </a:rPr>
              <a:t>CONCLUSION</a:t>
            </a:r>
            <a:endParaRPr b="1" sz="22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Interactive Quiz Master automates online assessments.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Reduces manual work and errors.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Provides fast and accurate results.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Easy to use and efficient.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Suitable for academic and institutional use.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28" name="Google Shape;128;p2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